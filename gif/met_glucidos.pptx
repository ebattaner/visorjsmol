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26" Type="http://schemas.openxmlformats.org/officeDocument/2006/relationships/image" Target="../media/image26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5" Type="http://schemas.openxmlformats.org/officeDocument/2006/relationships/image" Target="../media/image25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24" Type="http://schemas.openxmlformats.org/officeDocument/2006/relationships/image" Target="../media/image24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23" Type="http://schemas.openxmlformats.org/officeDocument/2006/relationships/image" Target="../media/image23.wmf"/><Relationship Id="rId28" Type="http://schemas.openxmlformats.org/officeDocument/2006/relationships/image" Target="../media/image28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Relationship Id="rId22" Type="http://schemas.openxmlformats.org/officeDocument/2006/relationships/image" Target="../media/image22.wmf"/><Relationship Id="rId27" Type="http://schemas.openxmlformats.org/officeDocument/2006/relationships/image" Target="../media/image2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626C6-239E-48C0-B7D3-9260D36CC5D0}" type="datetimeFigureOut">
              <a:rPr lang="es-ES" smtClean="0"/>
              <a:pPr/>
              <a:t>31/12/2008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542C-BE73-4BD5-B0EF-76D8BB774FB8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626C6-239E-48C0-B7D3-9260D36CC5D0}" type="datetimeFigureOut">
              <a:rPr lang="es-ES" smtClean="0"/>
              <a:pPr/>
              <a:t>31/12/2008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542C-BE73-4BD5-B0EF-76D8BB774FB8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626C6-239E-48C0-B7D3-9260D36CC5D0}" type="datetimeFigureOut">
              <a:rPr lang="es-ES" smtClean="0"/>
              <a:pPr/>
              <a:t>31/12/2008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542C-BE73-4BD5-B0EF-76D8BB774FB8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626C6-239E-48C0-B7D3-9260D36CC5D0}" type="datetimeFigureOut">
              <a:rPr lang="es-ES" smtClean="0"/>
              <a:pPr/>
              <a:t>31/12/2008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542C-BE73-4BD5-B0EF-76D8BB774FB8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626C6-239E-48C0-B7D3-9260D36CC5D0}" type="datetimeFigureOut">
              <a:rPr lang="es-ES" smtClean="0"/>
              <a:pPr/>
              <a:t>31/12/2008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542C-BE73-4BD5-B0EF-76D8BB774FB8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626C6-239E-48C0-B7D3-9260D36CC5D0}" type="datetimeFigureOut">
              <a:rPr lang="es-ES" smtClean="0"/>
              <a:pPr/>
              <a:t>31/12/2008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542C-BE73-4BD5-B0EF-76D8BB774FB8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626C6-239E-48C0-B7D3-9260D36CC5D0}" type="datetimeFigureOut">
              <a:rPr lang="es-ES" smtClean="0"/>
              <a:pPr/>
              <a:t>31/12/2008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542C-BE73-4BD5-B0EF-76D8BB774FB8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626C6-239E-48C0-B7D3-9260D36CC5D0}" type="datetimeFigureOut">
              <a:rPr lang="es-ES" smtClean="0"/>
              <a:pPr/>
              <a:t>31/12/2008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542C-BE73-4BD5-B0EF-76D8BB774FB8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626C6-239E-48C0-B7D3-9260D36CC5D0}" type="datetimeFigureOut">
              <a:rPr lang="es-ES" smtClean="0"/>
              <a:pPr/>
              <a:t>31/12/2008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542C-BE73-4BD5-B0EF-76D8BB774FB8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626C6-239E-48C0-B7D3-9260D36CC5D0}" type="datetimeFigureOut">
              <a:rPr lang="es-ES" smtClean="0"/>
              <a:pPr/>
              <a:t>31/12/2008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542C-BE73-4BD5-B0EF-76D8BB774FB8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626C6-239E-48C0-B7D3-9260D36CC5D0}" type="datetimeFigureOut">
              <a:rPr lang="es-ES" smtClean="0"/>
              <a:pPr/>
              <a:t>31/12/2008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542C-BE73-4BD5-B0EF-76D8BB774FB8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626C6-239E-48C0-B7D3-9260D36CC5D0}" type="datetimeFigureOut">
              <a:rPr lang="es-ES" smtClean="0"/>
              <a:pPr/>
              <a:t>31/12/2008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E542C-BE73-4BD5-B0EF-76D8BB774FB8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oleObject" Target="../embeddings/oleObject11.bin"/><Relationship Id="rId18" Type="http://schemas.openxmlformats.org/officeDocument/2006/relationships/oleObject" Target="../embeddings/oleObject16.bin"/><Relationship Id="rId26" Type="http://schemas.openxmlformats.org/officeDocument/2006/relationships/oleObject" Target="../embeddings/oleObject24.bin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10.bin"/><Relationship Id="rId17" Type="http://schemas.openxmlformats.org/officeDocument/2006/relationships/oleObject" Target="../embeddings/oleObject15.bin"/><Relationship Id="rId25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8.bin"/><Relationship Id="rId29" Type="http://schemas.openxmlformats.org/officeDocument/2006/relationships/oleObject" Target="../embeddings/oleObject27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9.bin"/><Relationship Id="rId24" Type="http://schemas.openxmlformats.org/officeDocument/2006/relationships/oleObject" Target="../embeddings/oleObject22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13.bin"/><Relationship Id="rId23" Type="http://schemas.openxmlformats.org/officeDocument/2006/relationships/oleObject" Target="../embeddings/oleObject21.bin"/><Relationship Id="rId28" Type="http://schemas.openxmlformats.org/officeDocument/2006/relationships/oleObject" Target="../embeddings/oleObject26.bin"/><Relationship Id="rId10" Type="http://schemas.openxmlformats.org/officeDocument/2006/relationships/oleObject" Target="../embeddings/oleObject8.bin"/><Relationship Id="rId19" Type="http://schemas.openxmlformats.org/officeDocument/2006/relationships/oleObject" Target="../embeddings/oleObject17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7.bin"/><Relationship Id="rId14" Type="http://schemas.openxmlformats.org/officeDocument/2006/relationships/oleObject" Target="../embeddings/oleObject12.bin"/><Relationship Id="rId22" Type="http://schemas.openxmlformats.org/officeDocument/2006/relationships/oleObject" Target="../embeddings/oleObject20.bin"/><Relationship Id="rId27" Type="http://schemas.openxmlformats.org/officeDocument/2006/relationships/oleObject" Target="../embeddings/oleObject25.bin"/><Relationship Id="rId30" Type="http://schemas.openxmlformats.org/officeDocument/2006/relationships/oleObject" Target="../embeddings/oleObject28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85720" y="214290"/>
          <a:ext cx="1314450" cy="733425"/>
        </p:xfrm>
        <a:graphic>
          <a:graphicData uri="http://schemas.openxmlformats.org/presentationml/2006/ole">
            <p:oleObj spid="_x0000_s1026" name="Document" r:id="rId3" imgW="1314360" imgH="733320" progId="ChemWindow.Document">
              <p:embed/>
            </p:oleObj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2285984" y="500042"/>
          <a:ext cx="1752600" cy="971550"/>
        </p:xfrm>
        <a:graphic>
          <a:graphicData uri="http://schemas.openxmlformats.org/presentationml/2006/ole">
            <p:oleObj spid="_x0000_s1027" name="Document" r:id="rId4" imgW="1752480" imgH="971640" progId="ChemWindow.Document">
              <p:embed/>
            </p:oleObj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4429124" y="285728"/>
          <a:ext cx="1181100" cy="971550"/>
        </p:xfrm>
        <a:graphic>
          <a:graphicData uri="http://schemas.openxmlformats.org/presentationml/2006/ole">
            <p:oleObj spid="_x0000_s1028" name="Document" r:id="rId5" imgW="1181160" imgH="971640" progId="ChemWindow.Document">
              <p:embed/>
            </p:oleObj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6000760" y="428604"/>
          <a:ext cx="1257300" cy="1381125"/>
        </p:xfrm>
        <a:graphic>
          <a:graphicData uri="http://schemas.openxmlformats.org/presentationml/2006/ole">
            <p:oleObj spid="_x0000_s1029" name="Document" r:id="rId6" imgW="1257480" imgH="1380960" progId="ChemWindow.Document">
              <p:embed/>
            </p:oleObj>
          </a:graphicData>
        </a:graphic>
      </p:graphicFrame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428596" y="1071546"/>
          <a:ext cx="914400" cy="733425"/>
        </p:xfrm>
        <a:graphic>
          <a:graphicData uri="http://schemas.openxmlformats.org/presentationml/2006/ole">
            <p:oleObj spid="_x0000_s1030" name="Document" r:id="rId7" imgW="914400" imgH="733320" progId="ChemWindow.Document">
              <p:embed/>
            </p:oleObj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1785918" y="642918"/>
          <a:ext cx="381000" cy="733425"/>
        </p:xfrm>
        <a:graphic>
          <a:graphicData uri="http://schemas.openxmlformats.org/presentationml/2006/ole">
            <p:oleObj spid="_x0000_s1031" name="Document" r:id="rId8" imgW="380880" imgH="733320" progId="ChemWindow.Document">
              <p:embed/>
            </p:oleObj>
          </a:graphicData>
        </a:graphic>
      </p:graphicFrame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2928926" y="1500174"/>
          <a:ext cx="609600" cy="733425"/>
        </p:xfrm>
        <a:graphic>
          <a:graphicData uri="http://schemas.openxmlformats.org/presentationml/2006/ole">
            <p:oleObj spid="_x0000_s1032" name="Document" r:id="rId9" imgW="609480" imgH="733320" progId="ChemWindow.Document">
              <p:embed/>
            </p:oleObj>
          </a:graphicData>
        </a:graphic>
      </p:graphicFrame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1571604" y="1428736"/>
          <a:ext cx="1000125" cy="942975"/>
        </p:xfrm>
        <a:graphic>
          <a:graphicData uri="http://schemas.openxmlformats.org/presentationml/2006/ole">
            <p:oleObj spid="_x0000_s1033" name="Document" r:id="rId10" imgW="1000080" imgH="942840" progId="ChemWindow.Document">
              <p:embed/>
            </p:oleObj>
          </a:graphicData>
        </a:graphic>
      </p:graphicFrame>
      <p:graphicFrame>
        <p:nvGraphicFramePr>
          <p:cNvPr id="1034" name="Object 10"/>
          <p:cNvGraphicFramePr>
            <a:graphicFrameLocks noChangeAspect="1"/>
          </p:cNvGraphicFramePr>
          <p:nvPr/>
        </p:nvGraphicFramePr>
        <p:xfrm>
          <a:off x="4000496" y="1357298"/>
          <a:ext cx="1228725" cy="942975"/>
        </p:xfrm>
        <a:graphic>
          <a:graphicData uri="http://schemas.openxmlformats.org/presentationml/2006/ole">
            <p:oleObj spid="_x0000_s1034" name="Document" r:id="rId11" imgW="1228680" imgH="942840" progId="ChemWindow.Document">
              <p:embed/>
            </p:oleObj>
          </a:graphicData>
        </a:graphic>
      </p:graphicFrame>
      <p:graphicFrame>
        <p:nvGraphicFramePr>
          <p:cNvPr id="1035" name="Object 11"/>
          <p:cNvGraphicFramePr>
            <a:graphicFrameLocks noChangeAspect="1"/>
          </p:cNvGraphicFramePr>
          <p:nvPr/>
        </p:nvGraphicFramePr>
        <p:xfrm>
          <a:off x="3000364" y="2571744"/>
          <a:ext cx="1866900" cy="1143000"/>
        </p:xfrm>
        <a:graphic>
          <a:graphicData uri="http://schemas.openxmlformats.org/presentationml/2006/ole">
            <p:oleObj spid="_x0000_s1035" name="Document" r:id="rId12" imgW="1866960" imgH="1143000" progId="ChemWindow.Document">
              <p:embed/>
            </p:oleObj>
          </a:graphicData>
        </a:graphic>
      </p:graphicFrame>
      <p:graphicFrame>
        <p:nvGraphicFramePr>
          <p:cNvPr id="1036" name="Object 12"/>
          <p:cNvGraphicFramePr>
            <a:graphicFrameLocks noChangeAspect="1"/>
          </p:cNvGraphicFramePr>
          <p:nvPr/>
        </p:nvGraphicFramePr>
        <p:xfrm>
          <a:off x="6643702" y="2214554"/>
          <a:ext cx="742950" cy="1457325"/>
        </p:xfrm>
        <a:graphic>
          <a:graphicData uri="http://schemas.openxmlformats.org/presentationml/2006/ole">
            <p:oleObj spid="_x0000_s1036" name="Document" r:id="rId13" imgW="743040" imgH="1457280" progId="ChemWindow.Document">
              <p:embed/>
            </p:oleObj>
          </a:graphicData>
        </a:graphic>
      </p:graphicFrame>
      <p:graphicFrame>
        <p:nvGraphicFramePr>
          <p:cNvPr id="1037" name="Object 13"/>
          <p:cNvGraphicFramePr>
            <a:graphicFrameLocks noChangeAspect="1"/>
          </p:cNvGraphicFramePr>
          <p:nvPr/>
        </p:nvGraphicFramePr>
        <p:xfrm>
          <a:off x="285720" y="1928802"/>
          <a:ext cx="1000125" cy="1228725"/>
        </p:xfrm>
        <a:graphic>
          <a:graphicData uri="http://schemas.openxmlformats.org/presentationml/2006/ole">
            <p:oleObj spid="_x0000_s1037" name="Document" r:id="rId14" imgW="1000080" imgH="1228680" progId="ChemWindow.Document">
              <p:embed/>
            </p:oleObj>
          </a:graphicData>
        </a:graphic>
      </p:graphicFrame>
      <p:graphicFrame>
        <p:nvGraphicFramePr>
          <p:cNvPr id="1038" name="Object 14"/>
          <p:cNvGraphicFramePr>
            <a:graphicFrameLocks noChangeAspect="1"/>
          </p:cNvGraphicFramePr>
          <p:nvPr/>
        </p:nvGraphicFramePr>
        <p:xfrm>
          <a:off x="1857356" y="2357430"/>
          <a:ext cx="638175" cy="1228725"/>
        </p:xfrm>
        <a:graphic>
          <a:graphicData uri="http://schemas.openxmlformats.org/presentationml/2006/ole">
            <p:oleObj spid="_x0000_s1038" name="Document" r:id="rId15" imgW="638280" imgH="1228680" progId="ChemWindow.Document">
              <p:embed/>
            </p:oleObj>
          </a:graphicData>
        </a:graphic>
      </p:graphicFrame>
      <p:graphicFrame>
        <p:nvGraphicFramePr>
          <p:cNvPr id="1039" name="Object 15"/>
          <p:cNvGraphicFramePr>
            <a:graphicFrameLocks noChangeAspect="1"/>
          </p:cNvGraphicFramePr>
          <p:nvPr/>
        </p:nvGraphicFramePr>
        <p:xfrm>
          <a:off x="8001024" y="2928934"/>
          <a:ext cx="866775" cy="1228725"/>
        </p:xfrm>
        <a:graphic>
          <a:graphicData uri="http://schemas.openxmlformats.org/presentationml/2006/ole">
            <p:oleObj spid="_x0000_s1039" name="Document" r:id="rId16" imgW="866880" imgH="1228680" progId="ChemWindow.Document">
              <p:embed/>
            </p:oleObj>
          </a:graphicData>
        </a:graphic>
      </p:graphicFrame>
      <p:graphicFrame>
        <p:nvGraphicFramePr>
          <p:cNvPr id="1040" name="Object 16"/>
          <p:cNvGraphicFramePr>
            <a:graphicFrameLocks noChangeAspect="1"/>
          </p:cNvGraphicFramePr>
          <p:nvPr/>
        </p:nvGraphicFramePr>
        <p:xfrm>
          <a:off x="8143900" y="1643050"/>
          <a:ext cx="752475" cy="1228725"/>
        </p:xfrm>
        <a:graphic>
          <a:graphicData uri="http://schemas.openxmlformats.org/presentationml/2006/ole">
            <p:oleObj spid="_x0000_s1040" name="Document" r:id="rId17" imgW="752400" imgH="1228680" progId="ChemWindow.Document">
              <p:embed/>
            </p:oleObj>
          </a:graphicData>
        </a:graphic>
      </p:graphicFrame>
      <p:graphicFrame>
        <p:nvGraphicFramePr>
          <p:cNvPr id="1041" name="Object 17"/>
          <p:cNvGraphicFramePr>
            <a:graphicFrameLocks noChangeAspect="1"/>
          </p:cNvGraphicFramePr>
          <p:nvPr/>
        </p:nvGraphicFramePr>
        <p:xfrm>
          <a:off x="5643570" y="1357298"/>
          <a:ext cx="381000" cy="1228725"/>
        </p:xfrm>
        <a:graphic>
          <a:graphicData uri="http://schemas.openxmlformats.org/presentationml/2006/ole">
            <p:oleObj spid="_x0000_s1041" name="Document" r:id="rId18" imgW="380880" imgH="1228680" progId="ChemWindow.Document">
              <p:embed/>
            </p:oleObj>
          </a:graphicData>
        </a:graphic>
      </p:graphicFrame>
      <p:graphicFrame>
        <p:nvGraphicFramePr>
          <p:cNvPr id="1042" name="Object 18"/>
          <p:cNvGraphicFramePr>
            <a:graphicFrameLocks noChangeAspect="1"/>
          </p:cNvGraphicFramePr>
          <p:nvPr/>
        </p:nvGraphicFramePr>
        <p:xfrm>
          <a:off x="5143504" y="2643182"/>
          <a:ext cx="381000" cy="971550"/>
        </p:xfrm>
        <a:graphic>
          <a:graphicData uri="http://schemas.openxmlformats.org/presentationml/2006/ole">
            <p:oleObj spid="_x0000_s1042" name="Document" r:id="rId19" imgW="380880" imgH="971640" progId="ChemWindow.Document">
              <p:embed/>
            </p:oleObj>
          </a:graphicData>
        </a:graphic>
      </p:graphicFrame>
      <p:graphicFrame>
        <p:nvGraphicFramePr>
          <p:cNvPr id="1043" name="Object 19"/>
          <p:cNvGraphicFramePr>
            <a:graphicFrameLocks noChangeAspect="1"/>
          </p:cNvGraphicFramePr>
          <p:nvPr/>
        </p:nvGraphicFramePr>
        <p:xfrm>
          <a:off x="7572396" y="1214422"/>
          <a:ext cx="381000" cy="971550"/>
        </p:xfrm>
        <a:graphic>
          <a:graphicData uri="http://schemas.openxmlformats.org/presentationml/2006/ole">
            <p:oleObj spid="_x0000_s1043" name="Document" r:id="rId20" imgW="380880" imgH="971640" progId="ChemWindow.Document">
              <p:embed/>
            </p:oleObj>
          </a:graphicData>
        </a:graphic>
      </p:graphicFrame>
      <p:graphicFrame>
        <p:nvGraphicFramePr>
          <p:cNvPr id="1044" name="Object 20"/>
          <p:cNvGraphicFramePr>
            <a:graphicFrameLocks noChangeAspect="1"/>
          </p:cNvGraphicFramePr>
          <p:nvPr/>
        </p:nvGraphicFramePr>
        <p:xfrm>
          <a:off x="5857884" y="2714620"/>
          <a:ext cx="609600" cy="971550"/>
        </p:xfrm>
        <a:graphic>
          <a:graphicData uri="http://schemas.openxmlformats.org/presentationml/2006/ole">
            <p:oleObj spid="_x0000_s1044" name="Document" r:id="rId21" imgW="609480" imgH="971640" progId="ChemWindow.Document">
              <p:embed/>
            </p:oleObj>
          </a:graphicData>
        </a:graphic>
      </p:graphicFrame>
      <p:graphicFrame>
        <p:nvGraphicFramePr>
          <p:cNvPr id="1045" name="Object 21"/>
          <p:cNvGraphicFramePr>
            <a:graphicFrameLocks noChangeAspect="1"/>
          </p:cNvGraphicFramePr>
          <p:nvPr/>
        </p:nvGraphicFramePr>
        <p:xfrm>
          <a:off x="8143900" y="357166"/>
          <a:ext cx="381000" cy="971550"/>
        </p:xfrm>
        <a:graphic>
          <a:graphicData uri="http://schemas.openxmlformats.org/presentationml/2006/ole">
            <p:oleObj spid="_x0000_s1045" name="Document" r:id="rId22" imgW="380880" imgH="971640" progId="ChemWindow.Document">
              <p:embed/>
            </p:oleObj>
          </a:graphicData>
        </a:graphic>
      </p:graphicFrame>
      <p:graphicFrame>
        <p:nvGraphicFramePr>
          <p:cNvPr id="1046" name="Object 22"/>
          <p:cNvGraphicFramePr>
            <a:graphicFrameLocks noChangeAspect="1"/>
          </p:cNvGraphicFramePr>
          <p:nvPr/>
        </p:nvGraphicFramePr>
        <p:xfrm>
          <a:off x="428596" y="3571876"/>
          <a:ext cx="2219325" cy="1543050"/>
        </p:xfrm>
        <a:graphic>
          <a:graphicData uri="http://schemas.openxmlformats.org/presentationml/2006/ole">
            <p:oleObj spid="_x0000_s1046" name="Document" r:id="rId23" imgW="2219400" imgH="1542960" progId="ChemWindow.Document">
              <p:embed/>
            </p:oleObj>
          </a:graphicData>
        </a:graphic>
      </p:graphicFrame>
      <p:graphicFrame>
        <p:nvGraphicFramePr>
          <p:cNvPr id="1047" name="Object 23"/>
          <p:cNvGraphicFramePr>
            <a:graphicFrameLocks noChangeAspect="1"/>
          </p:cNvGraphicFramePr>
          <p:nvPr/>
        </p:nvGraphicFramePr>
        <p:xfrm>
          <a:off x="214282" y="4929198"/>
          <a:ext cx="1266825" cy="1733550"/>
        </p:xfrm>
        <a:graphic>
          <a:graphicData uri="http://schemas.openxmlformats.org/presentationml/2006/ole">
            <p:oleObj spid="_x0000_s1047" name="Document" r:id="rId24" imgW="1266840" imgH="1733400" progId="ChemWindow.Document">
              <p:embed/>
            </p:oleObj>
          </a:graphicData>
        </a:graphic>
      </p:graphicFrame>
      <p:graphicFrame>
        <p:nvGraphicFramePr>
          <p:cNvPr id="1048" name="Object 24"/>
          <p:cNvGraphicFramePr>
            <a:graphicFrameLocks noChangeAspect="1"/>
          </p:cNvGraphicFramePr>
          <p:nvPr/>
        </p:nvGraphicFramePr>
        <p:xfrm>
          <a:off x="2285984" y="5072074"/>
          <a:ext cx="1152525" cy="1438275"/>
        </p:xfrm>
        <a:graphic>
          <a:graphicData uri="http://schemas.openxmlformats.org/presentationml/2006/ole">
            <p:oleObj spid="_x0000_s1048" name="Document" r:id="rId25" imgW="1152360" imgH="1438200" progId="ChemWindow.Document">
              <p:embed/>
            </p:oleObj>
          </a:graphicData>
        </a:graphic>
      </p:graphicFrame>
      <p:graphicFrame>
        <p:nvGraphicFramePr>
          <p:cNvPr id="1049" name="Object 25"/>
          <p:cNvGraphicFramePr>
            <a:graphicFrameLocks noChangeAspect="1"/>
          </p:cNvGraphicFramePr>
          <p:nvPr/>
        </p:nvGraphicFramePr>
        <p:xfrm>
          <a:off x="2786050" y="3929066"/>
          <a:ext cx="1990725" cy="1257300"/>
        </p:xfrm>
        <a:graphic>
          <a:graphicData uri="http://schemas.openxmlformats.org/presentationml/2006/ole">
            <p:oleObj spid="_x0000_s1049" name="Document" r:id="rId26" imgW="1990800" imgH="1257480" progId="ChemWindow.Document">
              <p:embed/>
            </p:oleObj>
          </a:graphicData>
        </a:graphic>
      </p:graphicFrame>
      <p:graphicFrame>
        <p:nvGraphicFramePr>
          <p:cNvPr id="1050" name="Object 26"/>
          <p:cNvGraphicFramePr>
            <a:graphicFrameLocks noChangeAspect="1"/>
          </p:cNvGraphicFramePr>
          <p:nvPr/>
        </p:nvGraphicFramePr>
        <p:xfrm>
          <a:off x="6858016" y="5214950"/>
          <a:ext cx="1152525" cy="1438275"/>
        </p:xfrm>
        <a:graphic>
          <a:graphicData uri="http://schemas.openxmlformats.org/presentationml/2006/ole">
            <p:oleObj spid="_x0000_s1050" name="Document" r:id="rId27" imgW="1152360" imgH="1438200" progId="ChemWindow.Document">
              <p:embed/>
            </p:oleObj>
          </a:graphicData>
        </a:graphic>
      </p:graphicFrame>
      <p:graphicFrame>
        <p:nvGraphicFramePr>
          <p:cNvPr id="1051" name="Object 27"/>
          <p:cNvGraphicFramePr>
            <a:graphicFrameLocks noChangeAspect="1"/>
          </p:cNvGraphicFramePr>
          <p:nvPr/>
        </p:nvGraphicFramePr>
        <p:xfrm>
          <a:off x="6929454" y="3929066"/>
          <a:ext cx="1266825" cy="1438275"/>
        </p:xfrm>
        <a:graphic>
          <a:graphicData uri="http://schemas.openxmlformats.org/presentationml/2006/ole">
            <p:oleObj spid="_x0000_s1051" name="Document" r:id="rId28" imgW="1266840" imgH="1438200" progId="ChemWindow.Document">
              <p:embed/>
            </p:oleObj>
          </a:graphicData>
        </a:graphic>
      </p:graphicFrame>
      <p:graphicFrame>
        <p:nvGraphicFramePr>
          <p:cNvPr id="1052" name="Object 28"/>
          <p:cNvGraphicFramePr>
            <a:graphicFrameLocks noChangeAspect="1"/>
          </p:cNvGraphicFramePr>
          <p:nvPr/>
        </p:nvGraphicFramePr>
        <p:xfrm>
          <a:off x="3929058" y="5214950"/>
          <a:ext cx="1152525" cy="1181100"/>
        </p:xfrm>
        <a:graphic>
          <a:graphicData uri="http://schemas.openxmlformats.org/presentationml/2006/ole">
            <p:oleObj spid="_x0000_s1052" name="Document" r:id="rId29" imgW="1152360" imgH="1181160" progId="ChemWindow.Document">
              <p:embed/>
            </p:oleObj>
          </a:graphicData>
        </a:graphic>
      </p:graphicFrame>
      <p:graphicFrame>
        <p:nvGraphicFramePr>
          <p:cNvPr id="1053" name="Object 29"/>
          <p:cNvGraphicFramePr>
            <a:graphicFrameLocks noChangeAspect="1"/>
          </p:cNvGraphicFramePr>
          <p:nvPr/>
        </p:nvGraphicFramePr>
        <p:xfrm>
          <a:off x="5286380" y="4000504"/>
          <a:ext cx="1266825" cy="1943100"/>
        </p:xfrm>
        <a:graphic>
          <a:graphicData uri="http://schemas.openxmlformats.org/presentationml/2006/ole">
            <p:oleObj spid="_x0000_s1053" name="Document" r:id="rId30" imgW="1266840" imgH="1943280" progId="ChemWindow.Document">
              <p:embed/>
            </p:oleObj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428596" y="500042"/>
          <a:ext cx="2057400" cy="1304925"/>
        </p:xfrm>
        <a:graphic>
          <a:graphicData uri="http://schemas.openxmlformats.org/presentationml/2006/ole">
            <p:oleObj spid="_x0000_s14338" name="Document" r:id="rId3" imgW="2057400" imgH="1305000" progId="ChemWindow.Document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0</Words>
  <Application>Microsoft Office PowerPoint</Application>
  <PresentationFormat>Presentación en pantalla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Tema de Office</vt:lpstr>
      <vt:lpstr>Document</vt:lpstr>
      <vt:lpstr>ChemWindow Document</vt:lpstr>
      <vt:lpstr>Diapositiva 1</vt:lpstr>
      <vt:lpstr>Diapositiva 2</vt:lpstr>
    </vt:vector>
  </TitlesOfParts>
  <Company>:-)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Enrique Battaner</dc:creator>
  <cp:lastModifiedBy>Enrique Battaner</cp:lastModifiedBy>
  <cp:revision>8</cp:revision>
  <dcterms:created xsi:type="dcterms:W3CDTF">2008-12-31T08:51:58Z</dcterms:created>
  <dcterms:modified xsi:type="dcterms:W3CDTF">2008-12-31T10:22:01Z</dcterms:modified>
</cp:coreProperties>
</file>